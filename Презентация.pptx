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Syne" panose="020B0604020202020204" charset="0"/>
      <p:regular r:id="rId12"/>
    </p:embeddedFont>
    <p:embeddedFont>
      <p:font typeface="Syne Extra Bold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11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dKRV/Ladders-Runn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dKRV/Ladders-Runn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1739"/>
            <a:ext cx="9036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LADDERS RUNNER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306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Платформер с элементами шутера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487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Некрасов Арсений, Пичугин Егор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67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ОПП2 25/26 Яндекс Лицей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848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Ссылка на проект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02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О проекте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91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Ladders Runner — это 2D-платформер, созданный на языке Python с использованием библиотеки Arcade.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42228"/>
            <a:ext cx="43144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Основные особенности: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307681"/>
            <a:ext cx="13042821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Динамичный геймплей с прыжками по платформам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Система стрельбы и боев с врагами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Сбор коллекционных предметов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Прогрессивная система уровней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Профессиональная система сохранений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8336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Технологии и инструменты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41195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Использованный стек: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Python 3.13 — основной язык разработки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Arcade — игровой движок для 2D игр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SQLite — база данных для сохранений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Tiled Map Editor — создание уровней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PyInstaller — сборка в исполняемый файл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Архитектура: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Модульная структура (12+ модулей)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702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Основные механики игры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27948"/>
            <a:ext cx="7556421" cy="2252305"/>
          </a:xfrm>
          <a:prstGeom prst="roundRect">
            <a:avLst>
              <a:gd name="adj" fmla="val 649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627948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A9F00F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1. Платформинг: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375660"/>
            <a:ext cx="695039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Прыжки по платформам разной высоты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Использование лестниц для вертикального перемещения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Специальные трамплины для дальних прыжков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948542"/>
            <a:ext cx="7556421" cy="2252305"/>
          </a:xfrm>
          <a:prstGeom prst="roundRect">
            <a:avLst>
              <a:gd name="adj" fmla="val 649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4948542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A9F00F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5205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1. Боевая система: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5696254"/>
            <a:ext cx="695039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типа оружия с разным уроном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персонажа с уникальными характеристиками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Уникальные пули для каждого персонажа</a:t>
            </a:r>
            <a:endParaRPr lang="en-US" sz="17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17FCC66-B30F-F767-2FA8-2D1488FBB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057" y="0"/>
            <a:ext cx="637172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07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Игровой процесс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31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Цель игры: Пройти 5 уровней, собирая карты и уничтожая врагов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07988"/>
            <a:ext cx="352603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Система прогресса: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560094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Сбор карт для открытия выхода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Уничтожение врагов для получения денег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Система звезд за скорость прохождения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Сохранение прогресса между сессиями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9079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Награды: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4560094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звезды за идеальное прохождение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Деньги за убитых врагов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Карточки коллекций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684032"/>
            <a:ext cx="75404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Визуальное оформление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5978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Графика: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611892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Пиксель-арт стилистика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Анимированные спрайты персонажей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Динамичные эффекты частиц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Параллакс-скроллинг фонов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95978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Интерфейс: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599521" y="5611892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Интуитивное главное меню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Система HUD с показателями здоровья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Анимированные иконки статистики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Адаптивные меню паузы и завершения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F6EEEA-EBB4-CDAE-44A6-E57E1E054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793"/>
          <a:stretch>
            <a:fillRect/>
          </a:stretch>
        </p:blipFill>
        <p:spPr>
          <a:xfrm>
            <a:off x="0" y="0"/>
            <a:ext cx="14630400" cy="28775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78399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Технические особенности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Оптимизация: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Система камеры, следующей за игроком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Эффективное управление памятью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Оптимизированные коллизии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Динамическая загрузка ресурсов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42228"/>
            <a:ext cx="388870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Система сохранений: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4194334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Автосохранение при выходе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Возможность продолжить с любого уровня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Сохранение статистики и инвентаря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Защита от потери данных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6071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Меню и управление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Управление: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WASD/Стрелки — перемещение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Левая кнопка мыши — стрельба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Клавиша 1 — смена оружия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ESC — меню паузы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Меню: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4194334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Выбор персонажа (3 варианта)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Выбор оружия (3 типа)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Настройка громкости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Система рестарта уровня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2872502"/>
            <a:ext cx="6789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Спасибо за внимание!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034909"/>
            <a:ext cx="13042821" cy="1322189"/>
          </a:xfrm>
          <a:prstGeom prst="roundRect">
            <a:avLst>
              <a:gd name="adj" fmla="val 7205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Ссылка на проект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759762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326</Words>
  <Application>Microsoft Office PowerPoint</Application>
  <PresentationFormat>Произвольный</PresentationFormat>
  <Paragraphs>87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Syne Extra Bold</vt:lpstr>
      <vt:lpstr>Syne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Арсений Некрасов</cp:lastModifiedBy>
  <cp:revision>2</cp:revision>
  <dcterms:created xsi:type="dcterms:W3CDTF">2026-02-04T12:47:33Z</dcterms:created>
  <dcterms:modified xsi:type="dcterms:W3CDTF">2026-02-04T12:52:27Z</dcterms:modified>
</cp:coreProperties>
</file>